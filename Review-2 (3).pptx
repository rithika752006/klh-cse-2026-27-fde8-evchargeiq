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ex Gyre Termes Bold" charset="1" panose="00000800000000000000"/>
      <p:regular r:id="rId11"/>
    </p:embeddedFont>
    <p:embeddedFont>
      <p:font typeface="Open Sauce" charset="1" panose="00000500000000000000"/>
      <p:regular r:id="rId12"/>
    </p:embeddedFont>
    <p:embeddedFont>
      <p:font typeface="Open Sauce Bold" charset="1" panose="00000800000000000000"/>
      <p:regular r:id="rId13"/>
    </p:embeddedFont>
    <p:embeddedFont>
      <p:font typeface="Tex Gyre Termes" charset="1" panose="000005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Arimo" charset="1" panose="020B0604020202020204"/>
      <p:regular r:id="rId17"/>
    </p:embeddedFont>
    <p:embeddedFont>
      <p:font typeface="Arimo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ieeexplore.ieee.org/abstract/document/10121677" TargetMode="External" Type="http://schemas.openxmlformats.org/officeDocument/2006/relationships/hyperlink"/><Relationship Id="rId3" Target="https://ieeexplore.ieee.org/abstract/document/10670452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683922" y="-91389"/>
            <a:ext cx="2122055" cy="1577289"/>
          </a:xfrm>
          <a:custGeom>
            <a:avLst/>
            <a:gdLst/>
            <a:ahLst/>
            <a:cxnLst/>
            <a:rect r="r" b="b" t="t" l="l"/>
            <a:pathLst>
              <a:path h="1577289" w="2122055">
                <a:moveTo>
                  <a:pt x="0" y="0"/>
                </a:moveTo>
                <a:lnTo>
                  <a:pt x="2122056" y="0"/>
                </a:lnTo>
                <a:lnTo>
                  <a:pt x="2122056" y="1577289"/>
                </a:lnTo>
                <a:lnTo>
                  <a:pt x="0" y="1577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9251" y="1409700"/>
            <a:ext cx="14356886" cy="208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6240" spc="-249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EVC</a:t>
            </a:r>
            <a:r>
              <a:rPr lang="en-US" b="true" sz="6240" spc="-249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hargeIQ: EV Demand  </a:t>
            </a:r>
            <a:r>
              <a:rPr lang="en-US" b="true" sz="6240" spc="-249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Forecasting &amp;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4375" y="6843743"/>
            <a:ext cx="10041539" cy="148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67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2420030603 - S. Alekhya</a:t>
            </a:r>
          </a:p>
          <a:p>
            <a:pPr algn="l">
              <a:lnSpc>
                <a:spcPts val="3919"/>
              </a:lnSpc>
            </a:pPr>
            <a:r>
              <a:rPr lang="en-US" sz="2799" spc="167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2420030683 - M. Rithika Reddy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2420030781 - B. Gnaneshwari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4375" y="5463860"/>
            <a:ext cx="10041539" cy="49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Guide: Dr. N. Shirisha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375" y="3994486"/>
            <a:ext cx="10041539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 spc="203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Review-2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738" y="652268"/>
            <a:ext cx="6386155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9375" y="2113312"/>
            <a:ext cx="12683139" cy="643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6499"/>
              </a:lnSpc>
              <a:buFont typeface="Arial"/>
              <a:buChar char="•"/>
            </a:pPr>
            <a:r>
              <a:rPr lang="en-US" sz="2599" spc="155">
                <a:solidFill>
                  <a:srgbClr val="31220C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</a:t>
            </a:r>
            <a:r>
              <a:rPr lang="en-US" sz="2599" spc="155">
                <a:solidFill>
                  <a:srgbClr val="31220C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o develop a scalable data engineering pipeline for collecting, ingesting, processing, and storing EV charging data using technologies such as Kafka, Spark, PostgreSQL, and Airflow.</a:t>
            </a:r>
          </a:p>
          <a:p>
            <a:pPr algn="l" marL="561337" indent="-280669" lvl="1">
              <a:lnSpc>
                <a:spcPts val="6499"/>
              </a:lnSpc>
              <a:buFont typeface="Arial"/>
              <a:buChar char="•"/>
            </a:pPr>
            <a:r>
              <a:rPr lang="en-US" sz="2599" spc="155">
                <a:solidFill>
                  <a:srgbClr val="31220C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To forecast EV charging demand accurately using historical charging data, temporal factors, station characteristics, and machine-learning techniques.</a:t>
            </a:r>
          </a:p>
          <a:p>
            <a:pPr algn="l" marL="561337" indent="-280669" lvl="1">
              <a:lnSpc>
                <a:spcPts val="6499"/>
              </a:lnSpc>
              <a:buFont typeface="Arial"/>
              <a:buChar char="•"/>
            </a:pPr>
            <a:r>
              <a:rPr lang="en-US" sz="2599" spc="155">
                <a:solidFill>
                  <a:srgbClr val="31220C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To optimize charging-station utilization and infrastructure planning by using predicted demand to identify congestion-prone stations and support better allocation of charging resources.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30681" y="1276350"/>
          <a:ext cx="17626638" cy="9010650"/>
        </p:xfrm>
        <a:graphic>
          <a:graphicData uri="http://schemas.openxmlformats.org/drawingml/2006/table">
            <a:tbl>
              <a:tblPr/>
              <a:tblGrid>
                <a:gridCol w="1310475"/>
                <a:gridCol w="3683619"/>
                <a:gridCol w="2960175"/>
                <a:gridCol w="3079144"/>
                <a:gridCol w="3114245"/>
                <a:gridCol w="3478981"/>
              </a:tblGrid>
              <a:tr h="1214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Reference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Future 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Drawback / 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Authors /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S.No.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35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 Charging Demand Forecasting using ConvLSTM and BiConvLSTM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tooltip="https://ieeexplore.ieee.org/abstract/document/10121677"/>
                        </a:rPr>
                        <a:t>https://ieeexplore.ieee.org/abstract/document/10121677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Include more real-time and user-related data.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Focuses mainly on demand forecasting.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Faisal Mohammad, Dong-Ki Kang, Mohamed A. Ahmed, Young-Chon Kim, </a:t>
                      </a: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74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 Survey of EV Charging Demand Forecasting Techniques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3" tooltip="https://ieeexplore.ieee.org/abstract/document/10670452"/>
                        </a:rPr>
                        <a:t>https://ieeexplore.ieee.org/abstract/document/10670452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Improve scalability and data availability.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Survey-based. Does not implement a forecasting system.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Mamunur Rashid, Tarek Elfouly, Nan Chen, </a:t>
                      </a: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4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Probabilistic Forecasting of EV Charging Demand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https://ieeexplore.ieee.org/abstract/document/10365547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 with real-time charging management.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Uses complex forecasting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Kedi Zheng, Hanwei Xu, Zeyang Long, Yi Wang, Qixin Chen,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43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 Charging Station Demand Forecasting using Multivariate Time-Series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https://ieeexplore.ieee.org/abstract/document/11108003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 real-time streaming and optimization.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Focuses mainly on demand prediction.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IEEE, 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82575" y="304800"/>
            <a:ext cx="1021933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Literature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Survey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079499"/>
            <a:ext cx="8476212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Proposed  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975" y="2622610"/>
            <a:ext cx="11815449" cy="617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ollect and preprocess EV charging data using Python.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Ingest real-time data using Apache Kafka.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Process large-scale data using Apache Spark.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Store processed data in PostgreSQL.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Automate the pipeline using Apache Airflow.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Forecast future charging demand using Scikit-learn.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Identify congested and underutilized charging stations.</a:t>
            </a:r>
          </a:p>
          <a:p>
            <a:pPr algn="l" marL="533485" indent="-266742" lvl="1">
              <a:lnSpc>
                <a:spcPts val="6177"/>
              </a:lnSpc>
              <a:buFont typeface="Arial"/>
              <a:buChar char="•"/>
            </a:pPr>
            <a:r>
              <a:rPr lang="en-US" sz="2470" spc="148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Visualize demand and utilization using Power BI/Tableau.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8849" y="4028956"/>
            <a:ext cx="9421290" cy="182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9"/>
              </a:lnSpc>
            </a:pPr>
            <a:r>
              <a:rPr lang="en-US" sz="15999" spc="-639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DAHTT8bIGUY</dc:identifier>
  <dcterms:modified xsi:type="dcterms:W3CDTF">2011-08-01T06:04:30Z</dcterms:modified>
  <cp:revision>1</cp:revision>
  <dc:title>Review-2</dc:title>
</cp:coreProperties>
</file>